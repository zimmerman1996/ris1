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77">
          <p15:clr>
            <a:srgbClr val="747775"/>
          </p15:clr>
        </p15:guide>
        <p15:guide id="2" orient="horz" pos="765">
          <p15:clr>
            <a:srgbClr val="747775"/>
          </p15:clr>
        </p15:guide>
        <p15:guide id="3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j839BzCzGQ3Rb0i4smjHN5XQcH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77" orient="horz"/>
        <p:guide pos="765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b50f89230b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" name="Google Shape;38;g3b50f89230b_2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9679a5f43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g3f9679a5f43_0_2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a473d6148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a473d614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96566a32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" name="Google Shape;65;g3f96566a327_0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0" name="Google Shape;20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" name="Google Shape;2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b50f89230b_2_19"/>
          <p:cNvSpPr/>
          <p:nvPr/>
        </p:nvSpPr>
        <p:spPr>
          <a:xfrm rot="-1175254">
            <a:off x="7410254" y="-255080"/>
            <a:ext cx="174498" cy="73530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" name="Google Shape;41;g3b50f89230b_2_19" title="PPT-INSTITUCIONAL-ANIVERSARIO-2025.png"/>
          <p:cNvPicPr preferRelativeResize="0"/>
          <p:nvPr/>
        </p:nvPicPr>
        <p:blipFill rotWithShape="1">
          <a:blip r:embed="rId3">
            <a:alphaModFix/>
          </a:blip>
          <a:srcRect b="0" l="0" r="28805" t="0"/>
          <a:stretch/>
        </p:blipFill>
        <p:spPr>
          <a:xfrm>
            <a:off x="-2" y="-5"/>
            <a:ext cx="86802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g3b50f89230b_2_19"/>
          <p:cNvSpPr txBox="1"/>
          <p:nvPr/>
        </p:nvSpPr>
        <p:spPr>
          <a:xfrm>
            <a:off x="470275" y="1556000"/>
            <a:ext cx="54507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lang="es-ES" sz="10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TÍTULO</a:t>
            </a:r>
            <a:endParaRPr b="1" i="0" sz="10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g3b50f89230b_2_19"/>
          <p:cNvSpPr/>
          <p:nvPr/>
        </p:nvSpPr>
        <p:spPr>
          <a:xfrm>
            <a:off x="722575" y="5380200"/>
            <a:ext cx="149400" cy="241800"/>
          </a:xfrm>
          <a:prstGeom prst="homePlat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" name="Google Shape;44;g3b50f89230b_2_19"/>
          <p:cNvGrpSpPr/>
          <p:nvPr/>
        </p:nvGrpSpPr>
        <p:grpSpPr>
          <a:xfrm>
            <a:off x="693525" y="4285450"/>
            <a:ext cx="6022800" cy="569400"/>
            <a:chOff x="722575" y="2269025"/>
            <a:chExt cx="6022800" cy="569400"/>
          </a:xfrm>
        </p:grpSpPr>
        <p:sp>
          <p:nvSpPr>
            <p:cNvPr id="45" name="Google Shape;45;g3b50f89230b_2_19"/>
            <p:cNvSpPr txBox="1"/>
            <p:nvPr/>
          </p:nvSpPr>
          <p:spPr>
            <a:xfrm>
              <a:off x="871975" y="2269025"/>
              <a:ext cx="58734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i="1" lang="es-ES" sz="25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Nombre</a:t>
              </a:r>
              <a:endParaRPr i="1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g3b50f89230b_2_19"/>
            <p:cNvSpPr/>
            <p:nvPr/>
          </p:nvSpPr>
          <p:spPr>
            <a:xfrm>
              <a:off x="722575" y="2439525"/>
              <a:ext cx="149400" cy="241800"/>
            </a:xfrm>
            <a:prstGeom prst="homePlate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" name="Google Shape;47;g3b50f89230b_2_19"/>
          <p:cNvSpPr/>
          <p:nvPr/>
        </p:nvSpPr>
        <p:spPr>
          <a:xfrm>
            <a:off x="9187325" y="1536750"/>
            <a:ext cx="1735500" cy="1200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IMÁGENES</a:t>
            </a: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 DE SU JEFATURA O ESTRATEGIA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g3b50f89230b_2_19"/>
          <p:cNvSpPr txBox="1"/>
          <p:nvPr/>
        </p:nvSpPr>
        <p:spPr>
          <a:xfrm>
            <a:off x="871975" y="5216400"/>
            <a:ext cx="5873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-E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CARGO</a:t>
            </a:r>
            <a:endParaRPr b="1" sz="2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b50f89230b_2_19"/>
          <p:cNvSpPr txBox="1"/>
          <p:nvPr/>
        </p:nvSpPr>
        <p:spPr>
          <a:xfrm>
            <a:off x="7087625" y="6159000"/>
            <a:ext cx="9912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E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RIS 1</a:t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9679a5f43_0_246"/>
          <p:cNvSpPr txBox="1"/>
          <p:nvPr/>
        </p:nvSpPr>
        <p:spPr>
          <a:xfrm>
            <a:off x="8945450" y="6235000"/>
            <a:ext cx="9912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E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RIS 1</a:t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f9679a5f43_0_246"/>
          <p:cNvSpPr/>
          <p:nvPr/>
        </p:nvSpPr>
        <p:spPr>
          <a:xfrm>
            <a:off x="0" y="65300"/>
            <a:ext cx="12192000" cy="819300"/>
          </a:xfrm>
          <a:prstGeom prst="rect">
            <a:avLst/>
          </a:prstGeom>
          <a:solidFill>
            <a:srgbClr val="1D417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s-E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TÍTULO</a:t>
            </a:r>
            <a:endParaRPr b="1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a473d6148_0_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fa473d6148_0_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fa473d6148_0_19"/>
          <p:cNvSpPr txBox="1"/>
          <p:nvPr/>
        </p:nvSpPr>
        <p:spPr>
          <a:xfrm>
            <a:off x="8111075" y="70150"/>
            <a:ext cx="1269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600">
                <a:solidFill>
                  <a:srgbClr val="1E5588"/>
                </a:solidFill>
                <a:latin typeface="Calibri"/>
                <a:ea typeface="Calibri"/>
                <a:cs typeface="Calibri"/>
                <a:sym typeface="Calibri"/>
              </a:rPr>
              <a:t>RIS 1</a:t>
            </a:r>
            <a:endParaRPr b="1" sz="3600">
              <a:solidFill>
                <a:srgbClr val="1E55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96566a327_0_43"/>
          <p:cNvSpPr txBox="1"/>
          <p:nvPr/>
        </p:nvSpPr>
        <p:spPr>
          <a:xfrm>
            <a:off x="8945450" y="6235000"/>
            <a:ext cx="9912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E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RIS 1</a:t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f96566a327_0_43"/>
          <p:cNvSpPr txBox="1"/>
          <p:nvPr/>
        </p:nvSpPr>
        <p:spPr>
          <a:xfrm>
            <a:off x="2005500" y="2182200"/>
            <a:ext cx="81810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1" lang="es-ES" sz="1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GRACIAS</a:t>
            </a:r>
            <a:endParaRPr b="1" i="0" sz="15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2024-01-11T14:48:17Z</dcterms:created>
  <dc:creator>KAROLINA YANET ZAMUDIO MINAYA</dc:creator>
</cp:coreProperties>
</file>